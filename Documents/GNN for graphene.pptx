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7948-B77F-9417-55D4-9BDB9325F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BB8AA-B022-621D-861F-41683D11E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7EBAA-47D3-27DF-20E6-96359882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E7E14-F751-2FAB-33A9-D923E6B1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945A6-071F-18A9-E655-68FD89E5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8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1FEF-2379-7B98-65CC-92927835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AFC7-6AD6-C797-873E-51A10816D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6C321-DE28-527A-F1B4-7D1D60E8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C09C2-A845-54CF-4DED-DA586623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A5525-D76A-AA9C-1F43-D2F11BCA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9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6678-5D2D-9022-68E2-A5C1D33E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409FA-AFD5-A28D-2BBE-DB3CF2390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5CADA-BBEE-8350-3270-50B004EB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DA486-4AF4-5AD5-F14A-E0EECCE8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4611D-434E-0A1E-6FC4-75EEED2C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5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0825-FCAB-EAB7-C156-022B1B17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4D21-2884-10E3-0DDA-A64BBFCC0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20351-8C2E-FD79-C3A2-B3EA8BD55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90789-2F76-1A9E-26F6-A207B468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D9E36-E42E-4E01-2EA1-BB3A9E4A4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B8AA0-CE32-D3D5-816E-00E6C376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49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96BF-B0D0-FE45-2C4F-4F877CAD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EE835-6EDA-E43E-6F95-3C23765F5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D5230-542D-D32A-35DE-7AF362C8C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96DB48-118A-AD85-62AB-2883A18EC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8B375-0CF6-1231-FC0C-B0E481FAC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5CF56-C8E4-140B-15B7-EA6CB14B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E1CE6-D739-0893-6ED8-903475B21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6542B-F4A6-92BF-DF8C-D9979E1AF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16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5C9B-8CFF-D61B-F911-F8C0BAE7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96781-6FB8-BB2B-A433-742CF038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3F016-1DB2-CA4F-BFF4-C824C830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1CA9-9F2D-1DAA-EF78-1B4F6CDE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05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9722EC-DC4B-DDAE-D2EF-2A10C761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70FBB-276A-6EC5-63E9-5EAA9627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0676E-8F0A-C5DA-03EC-C3073868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0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7A63-7793-7051-736C-4E54806A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8DD7-2AAF-3F61-03AE-0311790CF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B58AE-2D79-6AC0-0F7B-38B8BE106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4DF5E-EFB2-E50A-E5E0-647A6C52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76D60-06C4-88DB-071E-49AE5B0A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43F0F-3751-FF0E-4267-765EA083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0FC4-45BA-7E5D-D825-A3919607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1EE6F-FEED-3A9E-C248-04454A302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6C887-0C35-A12E-2E39-F8E4E7226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4520D-9B90-DCF0-1464-BCCFF75B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F0FD9-47F9-6CD9-F3DF-98B086CB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4757B-0E09-9DCC-E123-B3B80ABF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54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1B765-66CB-1F4C-65E0-CEB0C697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FF451-4F0B-9ACF-C177-AF627384F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49EBB-2E77-09D1-6C12-F3477BB0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2BB3-C179-DBDF-828C-9E1E132B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F10CB-23E5-5EB2-B411-155635EA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82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BB3F0-44ED-F07F-EAC9-1BDC52F19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E7F41-3618-FEE7-77AD-C362CD02F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25CA1-F4AE-0015-4DEE-57304845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AEBD-9532-9FFD-91F9-428069A0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A251-37B2-0CAA-FC54-287F79A9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7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37B81E-5E69-DA18-9D23-56BEA386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5E3D4-4332-CC3F-DE41-B1C25B152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7BFA0-BEC4-C67B-CA3D-5D58AF36C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C7123-CA49-4623-AEE2-72DED615D1D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C1697-D0CD-78E8-E0CB-D5553AF25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15713-3FA0-70B1-4F68-4E76EBE22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65B22-2F9F-47C1-B581-16D4122E9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52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18AC23-8699-3312-CC88-E22753B7E1F6}"/>
              </a:ext>
            </a:extLst>
          </p:cNvPr>
          <p:cNvSpPr txBox="1"/>
          <p:nvPr/>
        </p:nvSpPr>
        <p:spPr>
          <a:xfrm>
            <a:off x="570272" y="278625"/>
            <a:ext cx="1117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Networks for Predicting Mechanical Response in Defective Graphene</a:t>
            </a:r>
          </a:p>
        </p:txBody>
      </p:sp>
      <p:pic>
        <p:nvPicPr>
          <p:cNvPr id="4" name="WhatsApp Video 2025-08-27 at 19.41.04">
            <a:hlinkClick r:id="" action="ppaction://media"/>
            <a:extLst>
              <a:ext uri="{FF2B5EF4-FFF2-40B4-BE49-F238E27FC236}">
                <a16:creationId xmlns:a16="http://schemas.microsoft.com/office/drawing/2014/main" id="{597F876F-33DF-19D4-9846-374F4DE9F9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10800000">
            <a:off x="877211" y="1092264"/>
            <a:ext cx="2478699" cy="1859025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5794613-8A72-BAAB-C05E-F869B920DBDD}"/>
              </a:ext>
            </a:extLst>
          </p:cNvPr>
          <p:cNvSpPr/>
          <p:nvPr/>
        </p:nvSpPr>
        <p:spPr>
          <a:xfrm rot="10800000">
            <a:off x="346645" y="1860513"/>
            <a:ext cx="754609" cy="32252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811C72E-F491-5F6A-364D-24C0B334AFC0}"/>
              </a:ext>
            </a:extLst>
          </p:cNvPr>
          <p:cNvSpPr/>
          <p:nvPr/>
        </p:nvSpPr>
        <p:spPr>
          <a:xfrm flipV="1">
            <a:off x="3138780" y="1832904"/>
            <a:ext cx="747695" cy="32297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4DA29B-DA73-A409-5858-E6610A246C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475" y="834101"/>
            <a:ext cx="3102810" cy="23753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D03ED9-6BD5-A6EE-C89D-22659A416D6D}"/>
              </a:ext>
            </a:extLst>
          </p:cNvPr>
          <p:cNvSpPr txBox="1"/>
          <p:nvPr/>
        </p:nvSpPr>
        <p:spPr>
          <a:xfrm>
            <a:off x="6679192" y="1455252"/>
            <a:ext cx="1681316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Received from MD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UTS: 160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 Strain: 0.16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BBA1CB-ABF4-96B3-F57D-403E40C62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2" y="4302063"/>
            <a:ext cx="7501033" cy="19642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419761-0490-E8D3-3D88-33E041253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50" y="3874184"/>
            <a:ext cx="3711576" cy="29838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51E86F-A4E1-02AF-FC5D-29385A06AE8A}"/>
              </a:ext>
            </a:extLst>
          </p:cNvPr>
          <p:cNvSpPr txBox="1"/>
          <p:nvPr/>
        </p:nvSpPr>
        <p:spPr>
          <a:xfrm>
            <a:off x="8662219" y="1012723"/>
            <a:ext cx="2998839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We have a dataset containing the </a:t>
            </a:r>
            <a:r>
              <a:rPr lang="en-US" b="1" dirty="0"/>
              <a:t>void fraction in graphene</a:t>
            </a:r>
            <a:r>
              <a:rPr lang="en-US" dirty="0"/>
              <a:t> along with its corresponding </a:t>
            </a:r>
            <a:r>
              <a:rPr lang="en-US" b="1" dirty="0"/>
              <a:t>mechanical response</a:t>
            </a:r>
            <a:r>
              <a:rPr lang="en-US" dirty="0"/>
              <a:t>. Our goal is to develop a </a:t>
            </a:r>
            <a:r>
              <a:rPr lang="en-US" b="1" dirty="0"/>
              <a:t>robust GNN-based framework</a:t>
            </a:r>
            <a:r>
              <a:rPr lang="en-US" dirty="0"/>
              <a:t> to accurately predict these properties.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303A4-6581-F703-349A-E27D7E58FE37}"/>
              </a:ext>
            </a:extLst>
          </p:cNvPr>
          <p:cNvSpPr txBox="1"/>
          <p:nvPr/>
        </p:nvSpPr>
        <p:spPr>
          <a:xfrm>
            <a:off x="1425678" y="3013270"/>
            <a:ext cx="1809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Play the video!</a:t>
            </a:r>
            <a:endParaRPr lang="en-IN" sz="14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085D17-1BF3-CCC0-8ADB-0E87E579AD0D}"/>
              </a:ext>
            </a:extLst>
          </p:cNvPr>
          <p:cNvSpPr txBox="1"/>
          <p:nvPr/>
        </p:nvSpPr>
        <p:spPr>
          <a:xfrm>
            <a:off x="3234813" y="3802364"/>
            <a:ext cx="191729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GNN Framework!!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3DC7FF-18FD-86DA-DB34-F173CFA1E47F}"/>
              </a:ext>
            </a:extLst>
          </p:cNvPr>
          <p:cNvSpPr txBox="1"/>
          <p:nvPr/>
        </p:nvSpPr>
        <p:spPr>
          <a:xfrm>
            <a:off x="877210" y="6212063"/>
            <a:ext cx="58895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Deliverable: notebook with code and robust framework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0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69</Words>
  <Application>Microsoft Office PowerPoint</Application>
  <PresentationFormat>Widescreen</PresentationFormat>
  <Paragraphs>8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Kanji</dc:creator>
  <cp:lastModifiedBy>Akash Kanji</cp:lastModifiedBy>
  <cp:revision>1</cp:revision>
  <dcterms:created xsi:type="dcterms:W3CDTF">2025-10-05T06:56:31Z</dcterms:created>
  <dcterms:modified xsi:type="dcterms:W3CDTF">2025-10-05T07:06:00Z</dcterms:modified>
</cp:coreProperties>
</file>